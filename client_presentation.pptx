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4C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Household Income &amp; Spending 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3832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7EEEC"/>
                </a:solidFill>
              </a:defRPr>
            </a:pPr>
            <a:r>
              <a:t>Findings ahead of the new healthcare product launch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4C45"/>
                </a:solidFill>
              </a:defRPr>
            </a:pPr>
            <a:r>
              <a:t>Ages With the Highest Income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A6B66"/>
                </a:solidFill>
              </a:defRPr>
            </a:pPr>
            <a:r>
              <a:t>Average total income by respondent age</a:t>
            </a:r>
          </a:p>
        </p:txBody>
      </p:sp>
      <p:pic>
        <p:nvPicPr>
          <p:cNvPr id="4" name="Picture 3" descr="income_by_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508760"/>
            <a:ext cx="9601200" cy="533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4C45"/>
                </a:solidFill>
              </a:defRPr>
            </a:pPr>
            <a:r>
              <a:t>Spending by Category, by Gender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A6B66"/>
                </a:solidFill>
              </a:defRPr>
            </a:pPr>
            <a:r>
              <a:t>Average amount spent per expense category, broken out by gender</a:t>
            </a:r>
          </a:p>
        </p:txBody>
      </p:sp>
      <p:pic>
        <p:nvPicPr>
          <p:cNvPr id="4" name="Picture 3" descr="spending_by_g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508760"/>
            <a:ext cx="9601200" cy="52806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4C45"/>
                </a:solidFill>
              </a:defRPr>
            </a:pPr>
            <a:r>
              <a:t>Income vs. Expenses by 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A6B66"/>
                </a:solidFill>
              </a:defRPr>
            </a:pPr>
            <a:r>
              <a:t>Disposable income context for the healthcare product launch</a:t>
            </a:r>
          </a:p>
        </p:txBody>
      </p:sp>
      <p:pic>
        <p:nvPicPr>
          <p:cNvPr id="4" name="Picture 3" descr="income_vs_expenses_by_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508760"/>
            <a:ext cx="9601200" cy="533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